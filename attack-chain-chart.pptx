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C1BD-45B9-473E-E166-77686D53C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9E717-8A85-01D3-13BF-2F4E0487E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A500C-7B4D-7C6C-4B4A-F031A7D9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E55E6-E1CD-84EB-0E37-33C152E6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88327-3F4F-5363-A45B-CFE5D595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5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5BD1-39FB-2176-701D-9F09DDCE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CC31-B884-5A40-3F11-4DA49419D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2F198-65ED-5AF6-C392-1017FC59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16061-96F5-7795-E277-BD18F2FD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836ED-E3DE-5E48-4330-EFFE7687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1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186E-9040-16AF-2818-F875A571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11379-B792-BF3B-2929-BA86FA335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57D28-FC53-128D-5218-60B1FD5B0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2E6F1-2AEA-F95B-4E97-4432FD82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22BC1-B86F-A697-CBBB-2A6248C3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4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7025-D95B-F6D2-77FE-DE0ADE74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F25D-F57D-44E7-6820-9C25317B9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79346-9E59-A431-0862-7D9974649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FE107-0784-E7A4-929F-4C48F8E8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1BB7B-B56C-34D6-B8CE-131119B44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4F8E0-6BF9-2FB9-F969-4326347C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1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C48C-6B2F-7371-5A7D-E30B889E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5A20-4FD7-7062-B794-ADA52F8F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4919F-6D79-82FA-C3B4-A2E331007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AA303-8012-7128-844A-8B806F56D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181E5-3CAC-36A4-1D02-80DE2D7B0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0769F-D498-0EB4-BE77-424FED88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ED59E-A5D8-27D0-D165-D87BB534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DF51D-9DDE-1253-BBED-F5071B75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7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57F4-22D5-8693-72C3-3E208A9A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026B7-6E83-0E42-1EB6-62E3D96B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F3D08-FF88-8823-31F2-03A8039C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77F48-7C00-8344-0652-0EE721B6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A60E3-1ADF-1967-0F44-9D03878A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DCA50-B54C-9657-32E5-B26C78F9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8894A-9EAC-898A-D8F2-91204F7C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7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2785-11E6-DA67-31DB-F1DB82FF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5E2F1-5DAB-AD4A-5B17-68AB87AE3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63404-989F-A7E0-E6EF-4F2B7174E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9A4C2-F5CD-0717-731B-1CF5CC6F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E83AC-64F2-FF05-584F-54F28897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306AD-BE4E-BCCC-D36A-CF47FC06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3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483F-5DC0-A7C5-B6EE-7C45FF4B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92EFC-16B0-4F42-52F2-558FA67BA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4F9E2-DED5-1FB2-BC7F-92B0AA9AD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F22BE-E677-34FE-C03E-FAB43690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E800A-AA60-252B-72FD-F55B6B9F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96CD-E011-B9EB-3CFF-96EA4F6F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2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EF1A-AEFF-8AC7-9669-E336FC71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880F-81FB-065E-D788-4D16F408F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0B2E-A5B7-9DE4-5B17-6664B126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8C99-A916-02D0-4EDE-2B4A77F3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229C2-8806-25E7-2AC2-D34EA4ED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1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88042-43AD-0666-7356-A1037B952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E2DC7-5C01-4A89-0850-E89637AD9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01FB-D1DC-818D-442F-AA4C4A73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678A3-29B9-599B-5C9B-F5F08FC4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6364-03D4-CFF7-BCEB-0EEAECD1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0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3C282C-73F2-97E2-AC63-816BD69F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F77C5-4482-BF71-F2D6-23B62E4CD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1CC09-9B49-83DE-29CC-793C5AFC9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101A4-77B2-4B62-8C68-2E7797BC35B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4C86F-B8FC-F0FE-1D24-BFA24AAAF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2435-DEFE-056F-F33C-A2FDB68A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0A62-BA17-48A8-917E-F094ED7C8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0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C7447A1-B366-77B1-BB2E-B59BD0BCB5F4}"/>
              </a:ext>
            </a:extLst>
          </p:cNvPr>
          <p:cNvGrpSpPr/>
          <p:nvPr/>
        </p:nvGrpSpPr>
        <p:grpSpPr>
          <a:xfrm>
            <a:off x="89646" y="631122"/>
            <a:ext cx="4016189" cy="5411090"/>
            <a:chOff x="89646" y="631122"/>
            <a:chExt cx="4016189" cy="54110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B12C50-07CE-C3B2-6A80-9E18ACD88CD9}"/>
                </a:ext>
              </a:extLst>
            </p:cNvPr>
            <p:cNvSpPr/>
            <p:nvPr/>
          </p:nvSpPr>
          <p:spPr>
            <a:xfrm>
              <a:off x="89646" y="645459"/>
              <a:ext cx="4016189" cy="53967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603E58-BB02-8A91-4287-1D2B12556BFE}"/>
                </a:ext>
              </a:extLst>
            </p:cNvPr>
            <p:cNvSpPr txBox="1"/>
            <p:nvPr/>
          </p:nvSpPr>
          <p:spPr>
            <a:xfrm>
              <a:off x="1580750" y="631122"/>
              <a:ext cx="8963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Giai </a:t>
              </a:r>
              <a:r>
                <a:rPr lang="en-US" sz="1200" dirty="0" err="1"/>
                <a:t>đoạn</a:t>
              </a:r>
              <a:r>
                <a:rPr lang="en-US" sz="1200" dirty="0"/>
                <a:t> 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3B3C9E-AA32-1DC7-84CE-81D75C26F6DA}"/>
              </a:ext>
            </a:extLst>
          </p:cNvPr>
          <p:cNvGrpSpPr/>
          <p:nvPr/>
        </p:nvGrpSpPr>
        <p:grpSpPr>
          <a:xfrm>
            <a:off x="4152897" y="604222"/>
            <a:ext cx="7841882" cy="5437989"/>
            <a:chOff x="6122895" y="604222"/>
            <a:chExt cx="5970494" cy="5437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C768C3-101C-5882-42DB-DA2E62611F85}"/>
                </a:ext>
              </a:extLst>
            </p:cNvPr>
            <p:cNvSpPr/>
            <p:nvPr/>
          </p:nvSpPr>
          <p:spPr>
            <a:xfrm>
              <a:off x="6122895" y="645458"/>
              <a:ext cx="5970494" cy="53967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3F73B3-8C15-E014-EDB5-5B1C81C68607}"/>
                </a:ext>
              </a:extLst>
            </p:cNvPr>
            <p:cNvSpPr txBox="1"/>
            <p:nvPr/>
          </p:nvSpPr>
          <p:spPr>
            <a:xfrm>
              <a:off x="8766901" y="604222"/>
              <a:ext cx="6824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Giai </a:t>
              </a:r>
              <a:r>
                <a:rPr lang="en-US" sz="1200" dirty="0" err="1"/>
                <a:t>đoạn</a:t>
              </a:r>
              <a:r>
                <a:rPr lang="en-US" sz="1200" dirty="0"/>
                <a:t> 2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80CC65-77E5-94B1-5ABB-24E2003BD896}"/>
              </a:ext>
            </a:extLst>
          </p:cNvPr>
          <p:cNvSpPr/>
          <p:nvPr/>
        </p:nvSpPr>
        <p:spPr>
          <a:xfrm>
            <a:off x="118602" y="4013946"/>
            <a:ext cx="1766050" cy="457202"/>
          </a:xfrm>
          <a:prstGeom prst="roundRect">
            <a:avLst/>
          </a:prstGeom>
          <a:solidFill>
            <a:srgbClr val="EB9999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Setup.exe – </a:t>
            </a:r>
            <a:r>
              <a:rPr lang="en-US" sz="1100" dirty="0" err="1">
                <a:solidFill>
                  <a:schemeClr val="tx1"/>
                </a:solidFill>
              </a:rPr>
              <a:t>Giả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mạo</a:t>
            </a:r>
            <a:r>
              <a:rPr lang="en-US" sz="1100" dirty="0">
                <a:solidFill>
                  <a:schemeClr val="tx1"/>
                </a:solidFill>
              </a:rPr>
              <a:t> Adobe Photoshop Installer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4A3E265-9628-FC3E-7738-1F135B98B2BA}"/>
              </a:ext>
            </a:extLst>
          </p:cNvPr>
          <p:cNvSpPr/>
          <p:nvPr/>
        </p:nvSpPr>
        <p:spPr>
          <a:xfrm>
            <a:off x="2261856" y="3092379"/>
            <a:ext cx="1176576" cy="914400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Internet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9C024-CD63-84C2-FED6-8B2633684FA6}"/>
              </a:ext>
            </a:extLst>
          </p:cNvPr>
          <p:cNvSpPr/>
          <p:nvPr/>
        </p:nvSpPr>
        <p:spPr>
          <a:xfrm>
            <a:off x="2512178" y="5148564"/>
            <a:ext cx="968188" cy="457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log.txt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BFD8F3F-5DF8-624E-261E-F3F8DF4965D2}"/>
              </a:ext>
            </a:extLst>
          </p:cNvPr>
          <p:cNvCxnSpPr>
            <a:stCxn id="8" idx="0"/>
            <a:endCxn id="9" idx="2"/>
          </p:cNvCxnSpPr>
          <p:nvPr/>
        </p:nvCxnSpPr>
        <p:spPr>
          <a:xfrm rot="5400000" flipH="1" flipV="1">
            <a:off x="1401383" y="3149824"/>
            <a:ext cx="464367" cy="126387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CDD1BEE-7247-331F-3CA4-8EF6A4E7DC04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16200000" flipH="1">
            <a:off x="1303894" y="4168880"/>
            <a:ext cx="906017" cy="151055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51C12F-FF4A-8058-7813-84BEE4DAE44A}"/>
              </a:ext>
            </a:extLst>
          </p:cNvPr>
          <p:cNvSpPr txBox="1"/>
          <p:nvPr/>
        </p:nvSpPr>
        <p:spPr>
          <a:xfrm>
            <a:off x="1191861" y="3544489"/>
            <a:ext cx="83708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Tải</a:t>
            </a:r>
            <a:r>
              <a:rPr lang="en-US" sz="1100" dirty="0"/>
              <a:t> payload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F0B2FA-87C6-3A8A-86D0-4C1B450FB572}"/>
              </a:ext>
            </a:extLst>
          </p:cNvPr>
          <p:cNvSpPr txBox="1"/>
          <p:nvPr/>
        </p:nvSpPr>
        <p:spPr>
          <a:xfrm>
            <a:off x="1120824" y="4946277"/>
            <a:ext cx="692818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Ghi</a:t>
            </a:r>
            <a:r>
              <a:rPr lang="en-US" sz="1100" dirty="0"/>
              <a:t> log</a:t>
            </a:r>
          </a:p>
          <a:p>
            <a:pPr algn="ctr"/>
            <a:r>
              <a:rPr lang="en-US" sz="1100" dirty="0" err="1"/>
              <a:t>xác</a:t>
            </a:r>
            <a:r>
              <a:rPr lang="en-US" sz="1100" dirty="0"/>
              <a:t> </a:t>
            </a:r>
            <a:r>
              <a:rPr lang="en-US" sz="1100" dirty="0" err="1"/>
              <a:t>nhận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B3A939-E153-EDAF-20E3-8E3FA14C8391}"/>
              </a:ext>
            </a:extLst>
          </p:cNvPr>
          <p:cNvSpPr/>
          <p:nvPr/>
        </p:nvSpPr>
        <p:spPr>
          <a:xfrm>
            <a:off x="4240306" y="1000455"/>
            <a:ext cx="7682753" cy="24285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DDCCE5-14C1-8638-99C9-DA10B7F6BEA4}"/>
              </a:ext>
            </a:extLst>
          </p:cNvPr>
          <p:cNvSpPr/>
          <p:nvPr/>
        </p:nvSpPr>
        <p:spPr>
          <a:xfrm>
            <a:off x="4462841" y="2307061"/>
            <a:ext cx="1172925" cy="457202"/>
          </a:xfrm>
          <a:prstGeom prst="roundRect">
            <a:avLst/>
          </a:prstGeom>
          <a:solidFill>
            <a:srgbClr val="EB9999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falcon.exe – </a:t>
            </a:r>
            <a:r>
              <a:rPr lang="en-US" sz="1100" dirty="0" err="1">
                <a:solidFill>
                  <a:schemeClr val="tx1"/>
                </a:solidFill>
              </a:rPr>
              <a:t>Themida</a:t>
            </a:r>
            <a:r>
              <a:rPr lang="en-US" sz="1100" dirty="0">
                <a:solidFill>
                  <a:schemeClr val="tx1"/>
                </a:solidFill>
              </a:rPr>
              <a:t> packer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2C6B5-A250-581D-5559-8F100A5C8CAA}"/>
              </a:ext>
            </a:extLst>
          </p:cNvPr>
          <p:cNvSpPr/>
          <p:nvPr/>
        </p:nvSpPr>
        <p:spPr>
          <a:xfrm>
            <a:off x="4240306" y="3521333"/>
            <a:ext cx="7682753" cy="24285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438B4B-2F40-216B-13D1-558FE275BEB7}"/>
              </a:ext>
            </a:extLst>
          </p:cNvPr>
          <p:cNvSpPr/>
          <p:nvPr/>
        </p:nvSpPr>
        <p:spPr>
          <a:xfrm>
            <a:off x="4462841" y="4489075"/>
            <a:ext cx="1172925" cy="457202"/>
          </a:xfrm>
          <a:prstGeom prst="roundRect">
            <a:avLst/>
          </a:prstGeom>
          <a:solidFill>
            <a:srgbClr val="EB9999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summer.exe – </a:t>
            </a:r>
            <a:r>
              <a:rPr lang="en-US" sz="1100" dirty="0" err="1">
                <a:solidFill>
                  <a:schemeClr val="tx1"/>
                </a:solidFill>
              </a:rPr>
              <a:t>Themida</a:t>
            </a:r>
            <a:r>
              <a:rPr lang="en-US" sz="1100" dirty="0">
                <a:solidFill>
                  <a:schemeClr val="tx1"/>
                </a:solidFill>
              </a:rPr>
              <a:t> packer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2DEEBA-87FB-9A6F-2928-333359D8BCEB}"/>
              </a:ext>
            </a:extLst>
          </p:cNvPr>
          <p:cNvSpPr/>
          <p:nvPr/>
        </p:nvSpPr>
        <p:spPr>
          <a:xfrm>
            <a:off x="6459850" y="1290457"/>
            <a:ext cx="1231867" cy="457202"/>
          </a:xfrm>
          <a:prstGeom prst="rect">
            <a:avLst/>
          </a:prstGeom>
          <a:solidFill>
            <a:srgbClr val="EB9999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Tiến </a:t>
            </a:r>
            <a:r>
              <a:rPr lang="en-US" sz="1100" dirty="0" err="1">
                <a:solidFill>
                  <a:schemeClr val="tx1"/>
                </a:solidFill>
              </a:rPr>
              <a:t>trình</a:t>
            </a:r>
            <a:r>
              <a:rPr lang="en-US" sz="1100" dirty="0">
                <a:solidFill>
                  <a:schemeClr val="tx1"/>
                </a:solidFill>
              </a:rPr>
              <a:t> falcon.exe </a:t>
            </a:r>
            <a:r>
              <a:rPr lang="en-US" sz="1100" dirty="0" err="1">
                <a:solidFill>
                  <a:schemeClr val="tx1"/>
                </a:solidFill>
              </a:rPr>
              <a:t>duy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trì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875AB6-7303-02B1-A889-A78C0D85F990}"/>
              </a:ext>
            </a:extLst>
          </p:cNvPr>
          <p:cNvSpPr/>
          <p:nvPr/>
        </p:nvSpPr>
        <p:spPr>
          <a:xfrm>
            <a:off x="6458405" y="1986126"/>
            <a:ext cx="1231867" cy="457202"/>
          </a:xfrm>
          <a:prstGeom prst="rect">
            <a:avLst/>
          </a:prstGeom>
          <a:solidFill>
            <a:srgbClr val="EB9999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explorer.exe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độc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hại</a:t>
            </a:r>
            <a:r>
              <a:rPr lang="en-US" sz="1100" dirty="0">
                <a:solidFill>
                  <a:schemeClr val="tx1"/>
                </a:solidFill>
              </a:rPr>
              <a:t> (SYSTEM)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622DE-144D-9656-1BDE-6BDD9F2D9448}"/>
              </a:ext>
            </a:extLst>
          </p:cNvPr>
          <p:cNvSpPr/>
          <p:nvPr/>
        </p:nvSpPr>
        <p:spPr>
          <a:xfrm>
            <a:off x="6456960" y="2681795"/>
            <a:ext cx="1231867" cy="457202"/>
          </a:xfrm>
          <a:prstGeom prst="rect">
            <a:avLst/>
          </a:prstGeom>
          <a:solidFill>
            <a:srgbClr val="EB9999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conhost.exe</a:t>
            </a:r>
          </a:p>
          <a:p>
            <a:pPr algn="ctr"/>
            <a:r>
              <a:rPr lang="en-US" sz="1100" dirty="0" err="1">
                <a:solidFill>
                  <a:schemeClr val="tx1"/>
                </a:solidFill>
              </a:rPr>
              <a:t>độc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hại</a:t>
            </a:r>
            <a:r>
              <a:rPr lang="en-US" sz="1100" dirty="0">
                <a:solidFill>
                  <a:schemeClr val="tx1"/>
                </a:solidFill>
              </a:rPr>
              <a:t> (SYSTEM)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A4D2FD0D-E880-F08C-E8FB-A341103C6FA5}"/>
              </a:ext>
            </a:extLst>
          </p:cNvPr>
          <p:cNvCxnSpPr>
            <a:stCxn id="21" idx="0"/>
          </p:cNvCxnSpPr>
          <p:nvPr/>
        </p:nvCxnSpPr>
        <p:spPr>
          <a:xfrm rot="5400000" flipH="1" flipV="1">
            <a:off x="5360576" y="1207787"/>
            <a:ext cx="788003" cy="141054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282AB869-BB54-5193-A0A0-D0B29BB83556}"/>
              </a:ext>
            </a:extLst>
          </p:cNvPr>
          <p:cNvCxnSpPr>
            <a:cxnSpLocks/>
            <a:stCxn id="21" idx="0"/>
          </p:cNvCxnSpPr>
          <p:nvPr/>
        </p:nvCxnSpPr>
        <p:spPr>
          <a:xfrm rot="5400000" flipH="1" flipV="1">
            <a:off x="5707687" y="1556344"/>
            <a:ext cx="92334" cy="140910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B5B2B706-0A43-82EC-B9A8-A4A50703686B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5680066" y="2133501"/>
            <a:ext cx="146133" cy="140765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727D8D00-2395-99C4-0008-FB7830F06C54}"/>
              </a:ext>
            </a:extLst>
          </p:cNvPr>
          <p:cNvCxnSpPr>
            <a:stCxn id="9" idx="3"/>
            <a:endCxn id="21" idx="1"/>
          </p:cNvCxnSpPr>
          <p:nvPr/>
        </p:nvCxnSpPr>
        <p:spPr>
          <a:xfrm rot="5400000" flipH="1" flipV="1">
            <a:off x="3351993" y="2033814"/>
            <a:ext cx="608999" cy="161269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10FF25DC-296C-5BD1-AC20-91608D3BC3A9}"/>
              </a:ext>
            </a:extLst>
          </p:cNvPr>
          <p:cNvCxnSpPr>
            <a:cxnSpLocks/>
            <a:stCxn id="9" idx="1"/>
            <a:endCxn id="22" idx="1"/>
          </p:cNvCxnSpPr>
          <p:nvPr/>
        </p:nvCxnSpPr>
        <p:spPr>
          <a:xfrm rot="16200000" flipH="1">
            <a:off x="3300557" y="3555391"/>
            <a:ext cx="711871" cy="161269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14F9CC7-1B90-ED83-CEA9-EB98F4AE289E}"/>
              </a:ext>
            </a:extLst>
          </p:cNvPr>
          <p:cNvSpPr txBox="1"/>
          <p:nvPr/>
        </p:nvSpPr>
        <p:spPr>
          <a:xfrm>
            <a:off x="3230975" y="2538637"/>
            <a:ext cx="51969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Tải</a:t>
            </a:r>
            <a:r>
              <a:rPr lang="en-US" sz="1100" dirty="0"/>
              <a:t> </a:t>
            </a:r>
            <a:r>
              <a:rPr lang="en-US" sz="1100" dirty="0" err="1"/>
              <a:t>về</a:t>
            </a:r>
            <a:endParaRPr lang="en-US" sz="1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797733-BD93-0176-C71E-C3AE593ABBA0}"/>
              </a:ext>
            </a:extLst>
          </p:cNvPr>
          <p:cNvSpPr txBox="1"/>
          <p:nvPr/>
        </p:nvSpPr>
        <p:spPr>
          <a:xfrm>
            <a:off x="3280946" y="4385093"/>
            <a:ext cx="51969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Tải</a:t>
            </a:r>
            <a:r>
              <a:rPr lang="en-US" sz="1100" dirty="0"/>
              <a:t> </a:t>
            </a:r>
            <a:r>
              <a:rPr lang="en-US" sz="1100" dirty="0" err="1"/>
              <a:t>về</a:t>
            </a:r>
            <a:endParaRPr 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669FB1-57FC-E552-084D-D4E5E8DC507F}"/>
              </a:ext>
            </a:extLst>
          </p:cNvPr>
          <p:cNvSpPr txBox="1"/>
          <p:nvPr/>
        </p:nvSpPr>
        <p:spPr>
          <a:xfrm>
            <a:off x="5076572" y="1495916"/>
            <a:ext cx="94609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Tự</a:t>
            </a:r>
            <a:r>
              <a:rPr lang="en-US" sz="1100" dirty="0"/>
              <a:t> </a:t>
            </a:r>
            <a:r>
              <a:rPr lang="en-US" sz="1100" dirty="0" err="1"/>
              <a:t>khởi</a:t>
            </a:r>
            <a:r>
              <a:rPr lang="en-US" sz="1100" dirty="0"/>
              <a:t> </a:t>
            </a:r>
            <a:r>
              <a:rPr lang="en-US" sz="1100" dirty="0" err="1"/>
              <a:t>động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21331C-A038-A3FA-DE55-883442820689}"/>
              </a:ext>
            </a:extLst>
          </p:cNvPr>
          <p:cNvSpPr txBox="1"/>
          <p:nvPr/>
        </p:nvSpPr>
        <p:spPr>
          <a:xfrm>
            <a:off x="5076572" y="1972085"/>
            <a:ext cx="122341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Process Hollowing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C68C59-DA63-C635-BC8F-523ADE574EF3}"/>
              </a:ext>
            </a:extLst>
          </p:cNvPr>
          <p:cNvSpPr txBox="1"/>
          <p:nvPr/>
        </p:nvSpPr>
        <p:spPr>
          <a:xfrm>
            <a:off x="5047094" y="2857650"/>
            <a:ext cx="122341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Process Hollowing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E5EBE90-2201-CD67-4754-A2D41E0A4485}"/>
              </a:ext>
            </a:extLst>
          </p:cNvPr>
          <p:cNvSpPr/>
          <p:nvPr/>
        </p:nvSpPr>
        <p:spPr>
          <a:xfrm>
            <a:off x="8737790" y="1249886"/>
            <a:ext cx="1557493" cy="5383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Thông tin </a:t>
            </a:r>
            <a:r>
              <a:rPr lang="en-US" sz="1100" dirty="0" err="1">
                <a:solidFill>
                  <a:schemeClr val="tx1"/>
                </a:solidFill>
              </a:rPr>
              <a:t>hệ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thống</a:t>
            </a:r>
            <a:r>
              <a:rPr lang="en-US" sz="1100" dirty="0">
                <a:solidFill>
                  <a:schemeClr val="tx1"/>
                </a:solidFill>
              </a:rPr>
              <a:t> &amp; </a:t>
            </a:r>
            <a:r>
              <a:rPr lang="en-US" sz="1100" dirty="0" err="1">
                <a:solidFill>
                  <a:schemeClr val="tx1"/>
                </a:solidFill>
              </a:rPr>
              <a:t>dữ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liệu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tài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khoản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lưu</a:t>
            </a:r>
            <a:r>
              <a:rPr lang="en-US" sz="1100" dirty="0">
                <a:solidFill>
                  <a:schemeClr val="tx1"/>
                </a:solidFill>
              </a:rPr>
              <a:t> ở </a:t>
            </a:r>
            <a:r>
              <a:rPr lang="en-US" sz="1100" dirty="0" err="1">
                <a:solidFill>
                  <a:schemeClr val="tx1"/>
                </a:solidFill>
              </a:rPr>
              <a:t>trình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duyệt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F4508BAE-C989-0E6A-920B-CE45771458F8}"/>
              </a:ext>
            </a:extLst>
          </p:cNvPr>
          <p:cNvCxnSpPr>
            <a:stCxn id="25" idx="3"/>
            <a:endCxn id="59" idx="1"/>
          </p:cNvCxnSpPr>
          <p:nvPr/>
        </p:nvCxnSpPr>
        <p:spPr>
          <a:xfrm>
            <a:off x="7691717" y="1519058"/>
            <a:ext cx="1046073" cy="1270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2D5E4A0-7941-2046-F920-4AD8705154B1}"/>
              </a:ext>
            </a:extLst>
          </p:cNvPr>
          <p:cNvSpPr txBox="1"/>
          <p:nvPr/>
        </p:nvSpPr>
        <p:spPr>
          <a:xfrm>
            <a:off x="7801052" y="1280472"/>
            <a:ext cx="720069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Đánh</a:t>
            </a:r>
            <a:r>
              <a:rPr lang="en-US" sz="1100" dirty="0"/>
              <a:t> </a:t>
            </a:r>
            <a:r>
              <a:rPr lang="en-US" sz="1100" dirty="0" err="1"/>
              <a:t>cắp</a:t>
            </a:r>
            <a:endParaRPr lang="en-US" sz="1100" dirty="0"/>
          </a:p>
          <a:p>
            <a:pPr algn="ctr"/>
            <a:r>
              <a:rPr lang="en-US" sz="1100" dirty="0" err="1"/>
              <a:t>thông</a:t>
            </a:r>
            <a:r>
              <a:rPr lang="en-US" sz="1100" dirty="0"/>
              <a:t> tin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7FDEDF2-4735-5409-BE47-54C4E456A7F3}"/>
              </a:ext>
            </a:extLst>
          </p:cNvPr>
          <p:cNvSpPr/>
          <p:nvPr/>
        </p:nvSpPr>
        <p:spPr>
          <a:xfrm>
            <a:off x="8930073" y="2328374"/>
            <a:ext cx="1172925" cy="45720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Đào coin - </a:t>
            </a:r>
            <a:r>
              <a:rPr lang="en-US" sz="1100" dirty="0" err="1">
                <a:solidFill>
                  <a:schemeClr val="tx1"/>
                </a:solidFill>
              </a:rPr>
              <a:t>cryptomining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4520D1EB-6447-E788-F15D-F1093FBD3F26}"/>
              </a:ext>
            </a:extLst>
          </p:cNvPr>
          <p:cNvCxnSpPr>
            <a:cxnSpLocks/>
            <a:stCxn id="26" idx="3"/>
            <a:endCxn id="64" idx="1"/>
          </p:cNvCxnSpPr>
          <p:nvPr/>
        </p:nvCxnSpPr>
        <p:spPr>
          <a:xfrm>
            <a:off x="7690272" y="2214727"/>
            <a:ext cx="1239801" cy="34224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5E39E318-CC1F-6413-F5ED-8DE38A6D5C38}"/>
              </a:ext>
            </a:extLst>
          </p:cNvPr>
          <p:cNvCxnSpPr>
            <a:stCxn id="27" idx="3"/>
            <a:endCxn id="64" idx="1"/>
          </p:cNvCxnSpPr>
          <p:nvPr/>
        </p:nvCxnSpPr>
        <p:spPr>
          <a:xfrm flipV="1">
            <a:off x="7688827" y="2556975"/>
            <a:ext cx="1241246" cy="35342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43419B7-4780-446A-CCA3-D7446DB74A75}"/>
              </a:ext>
            </a:extLst>
          </p:cNvPr>
          <p:cNvSpPr txBox="1"/>
          <p:nvPr/>
        </p:nvSpPr>
        <p:spPr>
          <a:xfrm>
            <a:off x="7800855" y="2328374"/>
            <a:ext cx="784189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Sử</a:t>
            </a:r>
            <a:r>
              <a:rPr lang="en-US" sz="1100" dirty="0"/>
              <a:t> </a:t>
            </a:r>
            <a:r>
              <a:rPr lang="en-US" sz="1100" dirty="0" err="1"/>
              <a:t>dụng</a:t>
            </a:r>
            <a:endParaRPr lang="en-US" sz="1100" dirty="0"/>
          </a:p>
          <a:p>
            <a:pPr algn="ctr"/>
            <a:r>
              <a:rPr lang="en-US" sz="1100" dirty="0" err="1"/>
              <a:t>tài</a:t>
            </a:r>
            <a:r>
              <a:rPr lang="en-US" sz="1100" dirty="0"/>
              <a:t> </a:t>
            </a:r>
            <a:r>
              <a:rPr lang="en-US" sz="1100" dirty="0" err="1"/>
              <a:t>nguyên</a:t>
            </a:r>
            <a:endParaRPr lang="en-US" sz="11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D93E5A9-2C8E-7B66-3232-BD922869C109}"/>
              </a:ext>
            </a:extLst>
          </p:cNvPr>
          <p:cNvSpPr/>
          <p:nvPr/>
        </p:nvSpPr>
        <p:spPr>
          <a:xfrm>
            <a:off x="10762872" y="2021837"/>
            <a:ext cx="797365" cy="4572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C&amp;C server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55365E30-AE00-B29D-3EE4-4929639D6C67}"/>
              </a:ext>
            </a:extLst>
          </p:cNvPr>
          <p:cNvCxnSpPr>
            <a:stCxn id="59" idx="3"/>
            <a:endCxn id="72" idx="0"/>
          </p:cNvCxnSpPr>
          <p:nvPr/>
        </p:nvCxnSpPr>
        <p:spPr>
          <a:xfrm>
            <a:off x="10295283" y="1519058"/>
            <a:ext cx="866272" cy="50277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8CA2F1B-A5AB-47ED-9D4B-34BBD3A93F6B}"/>
              </a:ext>
            </a:extLst>
          </p:cNvPr>
          <p:cNvSpPr txBox="1"/>
          <p:nvPr/>
        </p:nvSpPr>
        <p:spPr>
          <a:xfrm>
            <a:off x="10639249" y="1453771"/>
            <a:ext cx="55816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Gửi</a:t>
            </a:r>
            <a:r>
              <a:rPr lang="en-US" sz="1100" dirty="0"/>
              <a:t> </a:t>
            </a:r>
            <a:r>
              <a:rPr lang="en-US" sz="1100" dirty="0" err="1"/>
              <a:t>về</a:t>
            </a:r>
            <a:endParaRPr lang="en-US" sz="11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F63B800-FE5F-F79C-3F6A-8378421BE313}"/>
              </a:ext>
            </a:extLst>
          </p:cNvPr>
          <p:cNvSpPr/>
          <p:nvPr/>
        </p:nvSpPr>
        <p:spPr>
          <a:xfrm>
            <a:off x="6794341" y="4515898"/>
            <a:ext cx="968188" cy="457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Windows Registry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EF2B6F57-187B-9CFF-A224-E8632F5AA7D0}"/>
              </a:ext>
            </a:extLst>
          </p:cNvPr>
          <p:cNvCxnSpPr>
            <a:cxnSpLocks/>
            <a:stCxn id="22" idx="3"/>
            <a:endCxn id="76" idx="1"/>
          </p:cNvCxnSpPr>
          <p:nvPr/>
        </p:nvCxnSpPr>
        <p:spPr>
          <a:xfrm>
            <a:off x="5635766" y="4717676"/>
            <a:ext cx="1158575" cy="2682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FD28293-9959-F371-D23F-8DE4193446CD}"/>
              </a:ext>
            </a:extLst>
          </p:cNvPr>
          <p:cNvSpPr txBox="1"/>
          <p:nvPr/>
        </p:nvSpPr>
        <p:spPr>
          <a:xfrm>
            <a:off x="5824421" y="4586870"/>
            <a:ext cx="617477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Sửa </a:t>
            </a:r>
            <a:r>
              <a:rPr lang="en-US" sz="1100" dirty="0" err="1"/>
              <a:t>đổi</a:t>
            </a:r>
            <a:endParaRPr lang="en-US" sz="11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BF5BC6D-5A2D-5C19-266B-0C34867F5B97}"/>
              </a:ext>
            </a:extLst>
          </p:cNvPr>
          <p:cNvSpPr/>
          <p:nvPr/>
        </p:nvSpPr>
        <p:spPr>
          <a:xfrm>
            <a:off x="9348376" y="3736856"/>
            <a:ext cx="1570636" cy="45720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Chặn</a:t>
            </a:r>
            <a:r>
              <a:rPr lang="en-US" sz="1100" dirty="0">
                <a:solidFill>
                  <a:schemeClr val="tx1"/>
                </a:solidFill>
              </a:rPr>
              <a:t> Windows Update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BF18A09-0A4D-7B58-00E6-45900BC41749}"/>
              </a:ext>
            </a:extLst>
          </p:cNvPr>
          <p:cNvSpPr/>
          <p:nvPr/>
        </p:nvSpPr>
        <p:spPr>
          <a:xfrm>
            <a:off x="9362566" y="4439053"/>
            <a:ext cx="1570636" cy="457202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Vô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hiệu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hoá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Antivirus / Defender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7B72AE4-8EAF-F537-3F01-9EBA5F520853}"/>
              </a:ext>
            </a:extLst>
          </p:cNvPr>
          <p:cNvSpPr/>
          <p:nvPr/>
        </p:nvSpPr>
        <p:spPr>
          <a:xfrm>
            <a:off x="9362566" y="5110341"/>
            <a:ext cx="1570636" cy="457202"/>
          </a:xfrm>
          <a:prstGeom prst="rect">
            <a:avLst/>
          </a:prstGeom>
          <a:solidFill>
            <a:srgbClr val="EB9999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Thiết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lập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bootkit</a:t>
            </a:r>
            <a:r>
              <a:rPr lang="en-US" sz="1100" dirty="0">
                <a:solidFill>
                  <a:schemeClr val="tx1"/>
                </a:solidFill>
              </a:rPr>
              <a:t> – Persistence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0ABE52FA-508D-1E11-751E-BE1E7280D66F}"/>
              </a:ext>
            </a:extLst>
          </p:cNvPr>
          <p:cNvCxnSpPr>
            <a:stCxn id="76" idx="0"/>
            <a:endCxn id="81" idx="1"/>
          </p:cNvCxnSpPr>
          <p:nvPr/>
        </p:nvCxnSpPr>
        <p:spPr>
          <a:xfrm rot="5400000" flipH="1" flipV="1">
            <a:off x="8038185" y="3205708"/>
            <a:ext cx="550441" cy="206994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FF756CDF-F0CD-A40B-8ED1-E8D79469FE4D}"/>
              </a:ext>
            </a:extLst>
          </p:cNvPr>
          <p:cNvCxnSpPr>
            <a:stCxn id="76" idx="2"/>
            <a:endCxn id="83" idx="1"/>
          </p:cNvCxnSpPr>
          <p:nvPr/>
        </p:nvCxnSpPr>
        <p:spPr>
          <a:xfrm rot="16200000" flipH="1">
            <a:off x="8137579" y="4113955"/>
            <a:ext cx="365842" cy="208413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543BA4C5-5D51-CA5C-5378-BF17C4F58B40}"/>
              </a:ext>
            </a:extLst>
          </p:cNvPr>
          <p:cNvCxnSpPr>
            <a:stCxn id="76" idx="3"/>
            <a:endCxn id="82" idx="1"/>
          </p:cNvCxnSpPr>
          <p:nvPr/>
        </p:nvCxnSpPr>
        <p:spPr>
          <a:xfrm flipV="1">
            <a:off x="7762529" y="4667654"/>
            <a:ext cx="1600037" cy="7684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8DA94A5-C6B0-B665-1C17-AD2DE6ADB5AA}"/>
              </a:ext>
            </a:extLst>
          </p:cNvPr>
          <p:cNvSpPr txBox="1"/>
          <p:nvPr/>
        </p:nvSpPr>
        <p:spPr>
          <a:xfrm>
            <a:off x="7957431" y="3820537"/>
            <a:ext cx="70404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Tác</a:t>
            </a:r>
            <a:r>
              <a:rPr lang="en-US" sz="1100" dirty="0"/>
              <a:t> </a:t>
            </a:r>
            <a:r>
              <a:rPr lang="en-US" sz="1100" dirty="0" err="1"/>
              <a:t>động</a:t>
            </a:r>
            <a:endParaRPr lang="en-US" sz="11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3BA6F4-D8C3-12EA-1980-F37B5F87E614}"/>
              </a:ext>
            </a:extLst>
          </p:cNvPr>
          <p:cNvSpPr txBox="1"/>
          <p:nvPr/>
        </p:nvSpPr>
        <p:spPr>
          <a:xfrm>
            <a:off x="8084990" y="4548542"/>
            <a:ext cx="70404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Tác</a:t>
            </a:r>
            <a:r>
              <a:rPr lang="en-US" sz="1100" dirty="0"/>
              <a:t> </a:t>
            </a:r>
            <a:r>
              <a:rPr lang="en-US" sz="1100" dirty="0" err="1"/>
              <a:t>động</a:t>
            </a:r>
            <a:endParaRPr lang="en-US" sz="11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FA7C3F-70C2-974C-2506-592DA085A54C}"/>
              </a:ext>
            </a:extLst>
          </p:cNvPr>
          <p:cNvSpPr txBox="1"/>
          <p:nvPr/>
        </p:nvSpPr>
        <p:spPr>
          <a:xfrm>
            <a:off x="8114743" y="5251994"/>
            <a:ext cx="70404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Tác</a:t>
            </a:r>
            <a:r>
              <a:rPr lang="en-US" sz="1100" dirty="0"/>
              <a:t> </a:t>
            </a:r>
            <a:r>
              <a:rPr lang="en-US" sz="1100" dirty="0" err="1"/>
              <a:t>động</a:t>
            </a:r>
            <a:endParaRPr lang="en-US" sz="11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D74C162-E5E5-7EFB-B7DC-E3B0BE45BE98}"/>
              </a:ext>
            </a:extLst>
          </p:cNvPr>
          <p:cNvSpPr txBox="1"/>
          <p:nvPr/>
        </p:nvSpPr>
        <p:spPr>
          <a:xfrm>
            <a:off x="1765167" y="3766674"/>
            <a:ext cx="24144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http://178.236.252.150/.../runtime.zip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3F7C05-3C57-15B7-FDDD-78093BE4245B}"/>
              </a:ext>
            </a:extLst>
          </p:cNvPr>
          <p:cNvSpPr txBox="1"/>
          <p:nvPr/>
        </p:nvSpPr>
        <p:spPr>
          <a:xfrm>
            <a:off x="10456072" y="2509154"/>
            <a:ext cx="1410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192.251.107.99:8443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B3A61B-A175-C3DE-AF15-AEE176A9B894}"/>
              </a:ext>
            </a:extLst>
          </p:cNvPr>
          <p:cNvSpPr txBox="1"/>
          <p:nvPr/>
        </p:nvSpPr>
        <p:spPr>
          <a:xfrm>
            <a:off x="9017482" y="2815691"/>
            <a:ext cx="1011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130.12.182.32</a:t>
            </a:r>
          </a:p>
        </p:txBody>
      </p:sp>
    </p:spTree>
    <p:extLst>
      <p:ext uri="{BB962C8B-B14F-4D97-AF65-F5344CB8AC3E}">
        <p14:creationId xmlns:p14="http://schemas.microsoft.com/office/powerpoint/2010/main" val="321807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Nguyen</dc:creator>
  <cp:lastModifiedBy>Bui Nguyen</cp:lastModifiedBy>
  <cp:revision>1</cp:revision>
  <dcterms:created xsi:type="dcterms:W3CDTF">2026-02-06T02:03:32Z</dcterms:created>
  <dcterms:modified xsi:type="dcterms:W3CDTF">2026-02-06T02:04:31Z</dcterms:modified>
</cp:coreProperties>
</file>